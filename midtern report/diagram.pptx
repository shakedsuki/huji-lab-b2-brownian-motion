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1D1"/>
    <a:srgbClr val="7474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9" autoAdjust="0"/>
    <p:restoredTop sz="95223" autoAdjust="0"/>
  </p:normalViewPr>
  <p:slideViewPr>
    <p:cSldViewPr snapToGrid="0">
      <p:cViewPr>
        <p:scale>
          <a:sx n="100" d="100"/>
          <a:sy n="100" d="100"/>
        </p:scale>
        <p:origin x="-222" y="-2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00:59:34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7022 1 24575,'-425'0'0,"408"0"0,-1 1 0,-32 2 0,-2 0 0,22-2 0,14 0 0,-26 0 0,37-1 0,1 0 0,0 1 0,-1-1 0,0 0 0,1 1 0,-4 0 0,-15 1 0,-164 13 0,173-13 0,2-1 0,-1 1 0,-14 3 0,-18 2 0,21-4 0,16-2 0,0 0 0,-1 0 0,2 1 0,-1-1 0,-9 2 0,3 1 0,-1-1 0,-30 4 0,30-4 0,0-1 0,-27 7 0,23-4 0,-2-1 0,-28 5 0,39-7 0,1 0 0,-1 1 0,-12 3 0,-14 3 0,16-4 0,-25 8 0,16-5 0,18-4 0,-18 6 0,18-5 0,-19 5 0,-25 8 0,29-10 0,15-4 0,0 1 0,-15 7 0,16-7 0,-23 9 0,-56 18 0,64-24 0,-13 6 0,-82 34 0,6 2 0,-53 48 0,123-67 0,23-15 0,-31 17 0,39-26 0,1 0 0,0 1 0,-14 15 0,20-17 0,-16 10 0,4-3 0,-37 24 0,26-17 0,19-13 0,-1 0 0,-14 7 0,11-6 0,2-1 0,-18 16 0,6-4 0,4-5 0,-25 29 0,15-12 0,-1 1 0,25-25 0,1-1 0,-3 1 0,1-1 0,-3 0 0,-16 10 0,-6 0 0,-40 31 0,41-29 0,19-11 0,-13 10 0,12-8 0,-2 0 0,-1 0 0,-34 14 0,-71 32 0,103-45 0,-3 0 0,0 0 0,-29 9 0,37-15 0,0 1 0,2 0 0,-16 8 0,-38 20 0,-2-5 0,43-18 0,11-6 0,-16 5 0,1 0 0,-4 0 0,21-5 0,-19 5 0,17-4 0,-1 0 0,-23 5 0,-14 4 0,42-11 0,1-1 0,-21 5 0,-1 0 0,-47 10 0,21-6 0,-31 8 0,8-4 0,35-6 0,29-6 0,1 0 0,-20 4 0,23-4 0,0 0 0,-1-1 0,-1 0 0,-21 3 0,10-1 0,-105 12 0,66-8 0,39-4 0,18-3 0,0 0 0,0-1 0,-13 3 0,-106 4 0,112-6 0,-1 0 0,-13-1 0,16 1 0,0-1 0,0 0 0,0 1 0,-12 1 0,-13 1 0,0 0 0,0-1 0,-1 0 0,0-1 0,-54 0 0,53 0 0,0 0 0,-65 4 0,89-4 0,-27 2 0,-1-1 0,-62 2 0,86-4 0,-20 1 0,21 0 0,-25 0 0,-20 1 0,-2-1 0,42-1 0,-4 0 0,0 1 0,-27 0 0,31 0 0,-2 0 0,-38-2 0,-18 2 0,46 0 0,22 0 0,-18 0 0,-82-1 0,107 0 0,1 0 0,-1 0 0,0 1 0,0-1 0,1 0 0,-1 1 0,-3 0 0,2 0 0,1 0 0,-1-1 0,0 1 0,-7-1 0,-21 1 0,-50-1 0,27 0 0,-16 0 0,-79-1 0,138 1 0,1-1 0,0 0 0,-1 0 0,-24-3 0,36 4 0,-15-2-89,13 2 123,0 0 1,0-1-1,1 1 0,-1-1 0,-4 0 0,7 1-112,0 0 1,0-1-1,0 1 0,-1 0 0,1-1 0,1 1 0,-1 0 0,0-1 0,0 1 0,0 0 0,1-1 0,-1 1 0,1 0 0,0-1 0,-1 1 0,1-1 0,-1 1 0,1-1 0,-1-2-6748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01:00:08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8417 1 24575,'-509'0'0,"488"0"0,0 1 0,-39 0 0,-3 1 0,28-1 0,15 0 0,-30 0 0,44-1 0,1 0 0,0 0 0,-1 0 0,1 1 0,0-1 0,-5 1 0,-18 0 0,-196 9 0,208-9 0,1 0 0,-1 1 0,-16 1 0,-22 2 0,26-3 0,18-1 0,0-1 0,0 1 0,1 0 0,-1 0 0,-10 1 0,3 0 0,-1 0 0,-35 4 0,35-5 0,0 1 0,-33 4 0,28-3 0,-2 0 0,-33 3 0,46-4 0,1-1 0,-1 1 0,-15 2 0,-16 2 0,19-2 0,-30 4 0,20-2 0,20-3 0,-21 4 0,22-4 0,-22 3 0,-32 6 0,36-6 0,18-3 0,0 0 0,-18 5 0,19-4 0,-28 5 0,-66 13 0,76-16 0,-16 3 0,-98 23 0,8 2 0,-65 33 0,149-46 0,26-10 0,-36 11 0,46-18 0,2 1 0,0 0 0,-17 11 0,23-12 0,-18 7 0,4-2 0,-44 16 0,32-12 0,22-8 0,-1 0 0,-18 5 0,15-5 0,1 0 0,-21 11 0,8-4 0,4-2 0,-30 19 0,18-8 0,-1 1 0,30-18 0,0 1 0,-2-1 0,0 0 0,-2 1 0,-21 5 0,-6 1 0,-48 21 0,49-20 0,22-7 0,-15 6 0,15-4 0,-3-1 0,-1-1 0,-42 11 0,-83 22 0,122-31 0,-3-1 0,-1 1 0,-34 6 0,45-10 0,0 0 0,1 0 0,-18 6 0,-46 14 0,-2-5 0,51-11 0,13-4 0,-18 3 0,0 0 0,-4 1 0,24-5 0,-21 4 0,19-3 0,-1 1 0,-27 2 0,-17 4 0,50-8 0,1 0 0,-24 2 0,-3 1 0,-55 6 0,25-3 0,-37 5 0,9-3 0,42-4 0,35-4 0,1 0 0,-23 3 0,27-3 0,-1 0 0,0-1 0,-1 1 0,-26 1 0,12 0 0,-126 8 0,80-6 0,46-3 0,22-1 0,0 0 0,-1-1 0,-14 2 0,-128 3 0,134-4 0,0-1 0,-17 0 0,20 1 0,0-1 0,-1 0 0,1 1 0,-14 0 0,-16 1 0,0 0 0,-1-1 0,0 0 0,0 1 0,-66-2 0,65 1 0,0-1 0,-79 4 0,107-3 0,-32 1 0,-1-1 0,-75 1 0,104-1 0,-25 0 0,25-1 0,-29 1 0,-24 0 0,-3 0 0,51-1 0,-5 0 0,0 0 0,-33 1 0,37 0 0,-1-1 0,-46 0 0,-23 0 0,57 1 0,26 0 0,-23-1 0,-97 0 0,128 0 0,1 1 0,-1-1 0,1 0 0,-1 0 0,1 0 0,-1 1 0,-4 0 0,3-1 0,1 1 0,-1-1 0,0 0 0,-9 1 0,-25-1 0,-59 0 0,31 0 0,-18 0 0,-96 0 0,167-1 0,0 1 0,0-1 0,0 1 0,-30-3 0,44 3 0,-19-1-89,16 0 123,1 1 1,-1 0-1,1 0 0,0-1 0,-6 0 0,9 1-112,-1 0 1,1 0-1,0 0 0,-1 0 0,1-1 0,0 1 0,0 0 0,0 0 0,0-1 0,0 1 0,1 0 0,-1 0 0,0-1 0,1 1 0,-1 0 0,1 0 0,-1-1 0,1 0 0,-1 0-6748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7842B-DEE2-4CBA-8258-F090FC6D03F9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B6DBF-4305-4BDB-ABAB-9128526F80C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11673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96F81-8463-4ADF-B3CB-9B0ED53D3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C4BDA5-80FE-E994-8371-B5CC55EE1B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00752-47AA-43AE-709B-41926A72C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2F95-7EC6-4751-82A6-F281A1148189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59BA5-5F92-6625-1A0B-FF8C53C0C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E4825-D7C7-15AA-CCD9-45556CD0F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23A02-B6DF-4723-BE0F-4F66BB280B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23299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5A08A-66B9-2BEC-7308-0F86BD405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21AC5-12CD-F1CE-969D-770A32E36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1234C-1487-5130-1019-90AC9E410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2F95-7EC6-4751-82A6-F281A1148189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A9B9C-54EA-201D-0182-46B9B81FC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C0744-6814-6439-F7C3-1E1DF16FE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23A02-B6DF-4723-BE0F-4F66BB280B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92962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53B0D-8DDC-87AE-EE75-CA8D28FE8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60B65-ED5C-84ED-F52E-599F816B3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BDEA2-F4D4-CDCA-0180-BE25039A9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2F95-7EC6-4751-82A6-F281A1148189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0A5D8-483B-ABD2-DB34-46B4F307D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9C37F-8FC4-3FB0-B75A-1E6A7A200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23A02-B6DF-4723-BE0F-4F66BB280B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09017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BBEA5-DCB5-5ACA-687B-9ECF7AEC9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ED862-5F62-BDB1-2A48-F37B33D2D4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13D95-90CE-03EF-C41C-802A7FF01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749F2-8AD5-9A38-20B9-C09F9DE8A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2F95-7EC6-4751-82A6-F281A1148189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907CA-CF2E-FCA7-7079-2F9807312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9E2FA-AC43-12EF-9F3C-08F181EF2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23A02-B6DF-4723-BE0F-4F66BB280B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06019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CCC22-919F-F933-51E8-FDDC4EFBE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66F91-4232-C2FE-F29A-77BE197AF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7F9C65-9787-99E7-E5C1-6EADF930A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3DBA27-60D2-99D7-AA5F-5166A54DC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6A6B50-F1C5-52B8-5F5F-89E6B910D4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196823-8493-E18F-264E-8D8C90614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2F95-7EC6-4751-82A6-F281A1148189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1D353F-9154-A512-762F-5E5BDC8CC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51600A-46D5-C754-AB9C-3B0402C2D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23A02-B6DF-4723-BE0F-4F66BB280B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12599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2BA2B-79D6-EA86-1C1A-CCF36C948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155E4B-5E2F-FDCB-9227-3CE2EF8E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2F95-7EC6-4751-82A6-F281A1148189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B85DA9-9324-8C53-792E-6612A7DF0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D7E7A7-D8B9-AFD6-B036-1961CF20B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23A02-B6DF-4723-BE0F-4F66BB280B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7180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2EDDA0-D909-2EF6-DD5F-1520079DB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2F95-7EC6-4751-82A6-F281A1148189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6A4C51-9CB1-8054-3826-AE8FB3CE2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D64A8-B497-F1CF-C942-D542F5666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23A02-B6DF-4723-BE0F-4F66BB280B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43426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DDF0B-FC29-7427-2B83-45E9E2BC6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CBF86-8925-237C-A704-542A1B80B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577A75-464E-E17D-2EAF-3BA5B6E10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17ED8-D228-C206-C4CA-D82DEC9C1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2F95-7EC6-4751-82A6-F281A1148189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29DC0-CA2C-BFD3-2A5B-810D87FC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738F3-1DBB-BEAB-3105-7D5BFB867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23A02-B6DF-4723-BE0F-4F66BB280B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94820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F3548-A24C-F22A-9508-70B88D4B2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08C93D-0AB7-EE19-EE7C-E0065F6873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99238-146B-4779-2E95-F0ECBDEDD9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F8D0F-97D2-5C21-8DD4-1CA386C10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2F95-7EC6-4751-82A6-F281A1148189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2BF3A-BDA7-A0F5-0012-2A35383F5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9A4BC-C61B-8B06-056A-2AFBC2EE8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23A02-B6DF-4723-BE0F-4F66BB280B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9779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9C97E-0B58-86C0-D63A-ABF1E4A25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1D66B1-A7B2-7C44-D919-38F5AF004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A25C3-3812-D873-80AE-F4A58C8C1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2F95-7EC6-4751-82A6-F281A1148189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E216F-BF98-22DA-E596-EE450373F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57803-BE45-45A1-A565-DFD562DA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23A02-B6DF-4723-BE0F-4F66BB280B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56965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D310FB-3F4A-6E3E-148F-EA99651741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5B572-1C89-3036-54D9-128F210DD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1AF66-6C53-928D-2F3B-6A36089CE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2F95-7EC6-4751-82A6-F281A1148189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36577-87DA-3DB3-D4B4-BFE1C9D3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850B0-71CA-C559-6187-DCE4F1BEC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23A02-B6DF-4723-BE0F-4F66BB280B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51173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C9B3E8-5DFC-2D58-ED8C-3A94EA7E5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D0280-680C-8B3B-3E0A-3EB4539B0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1BE6F-118F-BCD4-84C2-4202967D97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642F95-7EC6-4751-82A6-F281A1148189}" type="datetimeFigureOut">
              <a:rPr lang="en-IL" smtClean="0"/>
              <a:t>17/06/2026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3A0BE-F1F4-58A0-4BE2-377E2F2C1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AE5C1-5CFB-A3DC-30C6-905E96B0C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223A02-B6DF-4723-BE0F-4F66BB280B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91969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A1BE647-3D5E-9BD6-464A-C99AF6F71D8B}"/>
                  </a:ext>
                </a:extLst>
              </p14:cNvPr>
              <p14:cNvContentPartPr/>
              <p14:nvPr/>
            </p14:nvContentPartPr>
            <p14:xfrm>
              <a:off x="5655531" y="4386579"/>
              <a:ext cx="2527811" cy="583328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A1BE647-3D5E-9BD6-464A-C99AF6F71D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49411" y="4380461"/>
                <a:ext cx="2540050" cy="5955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EE83BB4-16C0-7F18-200F-B265FB7A3D10}"/>
                  </a:ext>
                </a:extLst>
              </p14:cNvPr>
              <p14:cNvContentPartPr/>
              <p14:nvPr/>
            </p14:nvContentPartPr>
            <p14:xfrm>
              <a:off x="4978043" y="4120674"/>
              <a:ext cx="3030120" cy="395452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EE83BB4-16C0-7F18-200F-B265FB7A3D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71923" y="4114557"/>
                <a:ext cx="3042360" cy="407686"/>
              </a:xfrm>
              <a:prstGeom prst="rect">
                <a:avLst/>
              </a:prstGeom>
            </p:spPr>
          </p:pic>
        </mc:Fallback>
      </mc:AlternateContent>
      <p:sp>
        <p:nvSpPr>
          <p:cNvPr id="8" name="Flowchart: Direct Access Storage 7">
            <a:extLst>
              <a:ext uri="{FF2B5EF4-FFF2-40B4-BE49-F238E27FC236}">
                <a16:creationId xmlns:a16="http://schemas.microsoft.com/office/drawing/2014/main" id="{438362E6-FBBF-294F-7E6F-3593B73D8820}"/>
              </a:ext>
            </a:extLst>
          </p:cNvPr>
          <p:cNvSpPr/>
          <p:nvPr/>
        </p:nvSpPr>
        <p:spPr>
          <a:xfrm rot="16200000">
            <a:off x="8270339" y="3695495"/>
            <a:ext cx="478630" cy="1332000"/>
          </a:xfrm>
          <a:prstGeom prst="flowChartMagneticDrum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6F7B14E-C46D-6F78-B630-45BFA8DEF21F}"/>
              </a:ext>
            </a:extLst>
          </p:cNvPr>
          <p:cNvSpPr/>
          <p:nvPr/>
        </p:nvSpPr>
        <p:spPr>
          <a:xfrm>
            <a:off x="7842788" y="3992006"/>
            <a:ext cx="1332000" cy="36001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EC18AB-F6BE-8D09-33BA-111E34F3ED3F}"/>
              </a:ext>
            </a:extLst>
          </p:cNvPr>
          <p:cNvSpPr/>
          <p:nvPr/>
        </p:nvSpPr>
        <p:spPr>
          <a:xfrm>
            <a:off x="8184536" y="4074318"/>
            <a:ext cx="673495" cy="182086"/>
          </a:xfrm>
          <a:prstGeom prst="rect">
            <a:avLst/>
          </a:prstGeom>
          <a:solidFill>
            <a:srgbClr val="D1D1D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C7D304-F28F-38B0-C39B-A66D346FD362}"/>
              </a:ext>
            </a:extLst>
          </p:cNvPr>
          <p:cNvSpPr/>
          <p:nvPr/>
        </p:nvSpPr>
        <p:spPr>
          <a:xfrm rot="16200000">
            <a:off x="7623778" y="1160217"/>
            <a:ext cx="1692275" cy="106750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916D39-55CA-7AF6-A0CE-667C684946C9}"/>
              </a:ext>
            </a:extLst>
          </p:cNvPr>
          <p:cNvGrpSpPr/>
          <p:nvPr/>
        </p:nvGrpSpPr>
        <p:grpSpPr>
          <a:xfrm rot="16200000">
            <a:off x="8094927" y="5059828"/>
            <a:ext cx="881062" cy="704232"/>
            <a:chOff x="3979070" y="2903362"/>
            <a:chExt cx="881062" cy="704232"/>
          </a:xfrm>
        </p:grpSpPr>
        <p:sp>
          <p:nvSpPr>
            <p:cNvPr id="10" name="Flowchart: Direct Access Storage 9">
              <a:extLst>
                <a:ext uri="{FF2B5EF4-FFF2-40B4-BE49-F238E27FC236}">
                  <a16:creationId xmlns:a16="http://schemas.microsoft.com/office/drawing/2014/main" id="{C2617147-C55B-3618-DE2B-EFFFD9D66F94}"/>
                </a:ext>
              </a:extLst>
            </p:cNvPr>
            <p:cNvSpPr/>
            <p:nvPr/>
          </p:nvSpPr>
          <p:spPr>
            <a:xfrm>
              <a:off x="3979070" y="2903362"/>
              <a:ext cx="881062" cy="704232"/>
            </a:xfrm>
            <a:prstGeom prst="flowChartMagneticDrum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9D00CE3-6FC8-58BD-A433-08D0EC5C2F4D}"/>
                </a:ext>
              </a:extLst>
            </p:cNvPr>
            <p:cNvSpPr/>
            <p:nvPr/>
          </p:nvSpPr>
          <p:spPr>
            <a:xfrm rot="5400000">
              <a:off x="4474658" y="3183343"/>
              <a:ext cx="489550" cy="14427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C98FF7-DED9-E571-81AE-54293B4E361C}"/>
              </a:ext>
            </a:extLst>
          </p:cNvPr>
          <p:cNvCxnSpPr>
            <a:cxnSpLocks/>
            <a:stCxn id="11" idx="1"/>
          </p:cNvCxnSpPr>
          <p:nvPr/>
        </p:nvCxnSpPr>
        <p:spPr>
          <a:xfrm rot="16200000" flipV="1">
            <a:off x="7421530" y="4120259"/>
            <a:ext cx="1852052" cy="29640"/>
          </a:xfrm>
          <a:prstGeom prst="line">
            <a:avLst/>
          </a:prstGeom>
          <a:ln w="19050" cap="flat" cmpd="sng" algn="ctr">
            <a:solidFill>
              <a:schemeClr val="bg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131D27C-F4A3-BEDD-C972-4FE44BAC572A}"/>
              </a:ext>
            </a:extLst>
          </p:cNvPr>
          <p:cNvCxnSpPr>
            <a:cxnSpLocks/>
          </p:cNvCxnSpPr>
          <p:nvPr/>
        </p:nvCxnSpPr>
        <p:spPr>
          <a:xfrm rot="16200000">
            <a:off x="7507611" y="4098801"/>
            <a:ext cx="1906587" cy="18023"/>
          </a:xfrm>
          <a:prstGeom prst="line">
            <a:avLst/>
          </a:prstGeom>
          <a:ln w="19050" cap="flat" cmpd="sng" algn="ctr">
            <a:solidFill>
              <a:schemeClr val="bg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AC2056F-775F-1998-63E8-6C567052E330}"/>
              </a:ext>
            </a:extLst>
          </p:cNvPr>
          <p:cNvCxnSpPr>
            <a:cxnSpLocks/>
          </p:cNvCxnSpPr>
          <p:nvPr/>
        </p:nvCxnSpPr>
        <p:spPr>
          <a:xfrm rot="16200000">
            <a:off x="7612867" y="4058064"/>
            <a:ext cx="1937543" cy="68540"/>
          </a:xfrm>
          <a:prstGeom prst="line">
            <a:avLst/>
          </a:prstGeom>
          <a:ln w="19050" cap="flat" cmpd="sng" algn="ctr">
            <a:solidFill>
              <a:schemeClr val="bg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B9B212D-07CD-C5E4-1E06-61085625FC29}"/>
              </a:ext>
            </a:extLst>
          </p:cNvPr>
          <p:cNvCxnSpPr>
            <a:cxnSpLocks/>
          </p:cNvCxnSpPr>
          <p:nvPr/>
        </p:nvCxnSpPr>
        <p:spPr>
          <a:xfrm rot="16200000">
            <a:off x="7757313" y="4130230"/>
            <a:ext cx="1889918" cy="47563"/>
          </a:xfrm>
          <a:prstGeom prst="line">
            <a:avLst/>
          </a:prstGeom>
          <a:ln w="19050" cap="flat" cmpd="sng" algn="ctr">
            <a:solidFill>
              <a:schemeClr val="bg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F872E9-3AEB-3AFC-028E-B3AC444AF691}"/>
              </a:ext>
            </a:extLst>
          </p:cNvPr>
          <p:cNvGrpSpPr/>
          <p:nvPr/>
        </p:nvGrpSpPr>
        <p:grpSpPr>
          <a:xfrm rot="5400000">
            <a:off x="8065384" y="2432355"/>
            <a:ext cx="881062" cy="704232"/>
            <a:chOff x="3979070" y="2903362"/>
            <a:chExt cx="881062" cy="704232"/>
          </a:xfrm>
        </p:grpSpPr>
        <p:sp>
          <p:nvSpPr>
            <p:cNvPr id="25" name="Flowchart: Direct Access Storage 24">
              <a:extLst>
                <a:ext uri="{FF2B5EF4-FFF2-40B4-BE49-F238E27FC236}">
                  <a16:creationId xmlns:a16="http://schemas.microsoft.com/office/drawing/2014/main" id="{29D85EE0-7BBB-8E4C-A345-2B93C6C9A6A9}"/>
                </a:ext>
              </a:extLst>
            </p:cNvPr>
            <p:cNvSpPr/>
            <p:nvPr/>
          </p:nvSpPr>
          <p:spPr>
            <a:xfrm>
              <a:off x="3979070" y="2903362"/>
              <a:ext cx="881062" cy="704232"/>
            </a:xfrm>
            <a:prstGeom prst="flowChartMagneticDrum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A659061-7716-716A-5ECE-7D9543FCBEBB}"/>
                </a:ext>
              </a:extLst>
            </p:cNvPr>
            <p:cNvSpPr/>
            <p:nvPr/>
          </p:nvSpPr>
          <p:spPr>
            <a:xfrm rot="5400000">
              <a:off x="4474658" y="3183343"/>
              <a:ext cx="489550" cy="14427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F5C20B0A-183D-C0A9-EAE1-AF6140561E27}"/>
              </a:ext>
            </a:extLst>
          </p:cNvPr>
          <p:cNvSpPr/>
          <p:nvPr/>
        </p:nvSpPr>
        <p:spPr>
          <a:xfrm>
            <a:off x="4802860" y="4255845"/>
            <a:ext cx="1080594" cy="106750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5CB83F-86FD-B1D1-BAE5-523AF55CADA9}"/>
              </a:ext>
            </a:extLst>
          </p:cNvPr>
          <p:cNvSpPr/>
          <p:nvPr/>
        </p:nvSpPr>
        <p:spPr>
          <a:xfrm>
            <a:off x="8429458" y="4122180"/>
            <a:ext cx="164016" cy="863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27FEE0-2E7A-AEC2-4639-037273F4C7BE}"/>
              </a:ext>
            </a:extLst>
          </p:cNvPr>
          <p:cNvSpPr txBox="1"/>
          <p:nvPr/>
        </p:nvSpPr>
        <p:spPr>
          <a:xfrm>
            <a:off x="4735921" y="3541928"/>
            <a:ext cx="1647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Temperature Controller</a:t>
            </a:r>
            <a:endParaRPr lang="en-IL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09DC14-FA18-97C3-0D7A-3B0D703A7905}"/>
              </a:ext>
            </a:extLst>
          </p:cNvPr>
          <p:cNvSpPr txBox="1"/>
          <p:nvPr/>
        </p:nvSpPr>
        <p:spPr>
          <a:xfrm>
            <a:off x="9309100" y="3992006"/>
            <a:ext cx="1647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Liquid Drop with Particles</a:t>
            </a:r>
            <a:endParaRPr lang="en-IL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DAEAEB-40B9-CD3E-E486-4644D378D77F}"/>
              </a:ext>
            </a:extLst>
          </p:cNvPr>
          <p:cNvSpPr txBox="1"/>
          <p:nvPr/>
        </p:nvSpPr>
        <p:spPr>
          <a:xfrm>
            <a:off x="9106257" y="5379678"/>
            <a:ext cx="1647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Light Source</a:t>
            </a:r>
            <a:endParaRPr lang="en-IL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424710-39A6-07B2-9587-59BC764D6A5C}"/>
              </a:ext>
            </a:extLst>
          </p:cNvPr>
          <p:cNvSpPr txBox="1"/>
          <p:nvPr/>
        </p:nvSpPr>
        <p:spPr>
          <a:xfrm>
            <a:off x="9106257" y="1769840"/>
            <a:ext cx="1647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Camera with Microscope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6814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</TotalTime>
  <Words>11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Nir Cohen</dc:creator>
  <cp:lastModifiedBy>Nir Cohen</cp:lastModifiedBy>
  <cp:revision>11</cp:revision>
  <dcterms:created xsi:type="dcterms:W3CDTF">2025-12-04T00:40:08Z</dcterms:created>
  <dcterms:modified xsi:type="dcterms:W3CDTF">2026-06-17T13:03:13Z</dcterms:modified>
</cp:coreProperties>
</file>